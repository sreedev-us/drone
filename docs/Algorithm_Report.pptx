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Algorithm Analysis for VRP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Performance, Time &amp; Space Complexity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Brute Force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Exhaustively searches all possible nodal assignments.</a:t>
            </a:r>
          </a:p>
          <a:p>
            <a:pPr lvl="1"/>
            <a:r>
              <a:t>- Best Case Time Complexity: O(N!)</a:t>
            </a:r>
          </a:p>
          <a:p>
            <a:pPr lvl="1"/>
            <a:r>
              <a:t>- Average Case Time Complexity: O(N!)</a:t>
            </a:r>
          </a:p>
          <a:p>
            <a:pPr lvl="1"/>
            <a:r>
              <a:t>- Worst Case Time Complexity: O(N!)</a:t>
            </a:r>
          </a:p>
          <a:p>
            <a:pPr lvl="1"/>
            <a:r>
              <a:t>- Space Complexity: O(N)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Greedy Fleet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Nearest-neighbor adaptation with clustering.</a:t>
            </a:r>
          </a:p>
          <a:p>
            <a:pPr lvl="1"/>
            <a:r>
              <a:t>- Best Case Time Complexity: O(N²)</a:t>
            </a:r>
          </a:p>
          <a:p>
            <a:pPr lvl="1"/>
            <a:r>
              <a:t>- Average Case Time Complexity: O(N²)</a:t>
            </a:r>
          </a:p>
          <a:p>
            <a:pPr lvl="1"/>
            <a:r>
              <a:t>- Worst Case Time Complexity: O(N²)</a:t>
            </a:r>
          </a:p>
          <a:p>
            <a:pPr lvl="1"/>
            <a:r>
              <a:t>- Space Complexity: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Genetic Fleet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Evolutionary algorithm iterating fixed generations.</a:t>
            </a:r>
          </a:p>
          <a:p>
            <a:pPr lvl="1"/>
            <a:r>
              <a:t>- Best Case Time Complexity: O(P × G × N) -&gt; O(N)</a:t>
            </a:r>
          </a:p>
          <a:p>
            <a:pPr lvl="1"/>
            <a:r>
              <a:t>- Average Case Time Complexity: O(P × G × N) -&gt; O(N)</a:t>
            </a:r>
          </a:p>
          <a:p>
            <a:pPr lvl="1"/>
            <a:r>
              <a:t>- Worst Case Time Complexity: O(P × G × N) -&gt; O(N)</a:t>
            </a:r>
          </a:p>
          <a:p>
            <a:pPr lvl="1"/>
            <a:r>
              <a:t>- Space Complexity: O(P × N)</a:t>
            </a:r>
          </a:p>
          <a:p>
            <a:pPr lvl="2"/>
            <a:r>
              <a:t>*Where P = Population size (200), G = Max Generations (600)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Comparison (Standard LIMIT)</a:t>
            </a:r>
          </a:p>
        </p:txBody>
      </p:sp>
      <p:pic>
        <p:nvPicPr>
          <p:cNvPr id="3" name="Picture 2" descr="complexity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Comparison (Log Scale)</a:t>
            </a:r>
          </a:p>
        </p:txBody>
      </p:sp>
      <p:pic>
        <p:nvPicPr>
          <p:cNvPr id="3" name="Picture 2" descr="complexity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 Analysis:</a:t>
            </a:r>
          </a:p>
          <a:p>
            <a:pPr lvl="1"/>
            <a:r>
              <a:t>Brute Force is entirely unscalable for N &gt; 12.</a:t>
            </a:r>
          </a:p>
          <a:p>
            <a:pPr lvl="1"/>
            <a:r>
              <a:t>Greedy Approach provides a fast heuristic O(N²) which works well for localized delivery zones.</a:t>
            </a:r>
          </a:p>
          <a:p>
            <a:pPr lvl="1"/>
            <a:r>
              <a:t>Genetic Optimizer scales linearly relative to problem size, offering the best approximation logic for large fleets.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